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00A74E-378B-45EF-BC2C-D79F5B00D8CB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683B4A-56AE-437D-AC3E-ECBE35E8E3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45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83B4A-56AE-437D-AC3E-ECBE35E8E3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22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64782-6B8F-E088-4A28-82BB70299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85E1B-1D8C-4203-0BF9-1B23945DAC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D3AAA-7945-92C6-E0A4-3A61CAC2D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646DC-B6EB-55CF-ED0C-3BB02FFD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7627E-64C9-78B1-2A78-DD5CA0BCF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6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C401-EC72-5A56-97E4-91CE0D4A1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DE789-40CA-76FF-C26D-AD0B221A4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5B226-79CE-8F86-0322-8F734DD25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8A4D17-A05F-AFB1-438A-89B3158DA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936B44-0095-3D45-145C-A78FBE478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03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A2D0-76CF-3448-5D56-5EC70EF82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AD795-BCCA-68A3-1747-429539705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8A0EE-8BBF-DF40-0C7A-6B90937FF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0C428-C8A6-B1D8-46CE-F6E689A0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34C87-A994-AB50-A210-9A505CCA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60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1EA19-6ACB-B6F3-ED6B-7F44B57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E8397-C696-74E6-EF34-77795C742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DCA0A-1F24-C882-EB7D-930468594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7789F-80D4-6B52-3997-439029CFA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341845-153E-BEBC-DA8A-839C883AC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F118A-9206-6456-C69A-D5C8DDA8E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431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052D0-ACCF-8253-90C1-063EABA60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4181B-294E-00B2-0088-FA02D06D9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0016A2-D5E4-2DBF-905B-A01564BABE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FDB623-6087-3B32-EA28-03A642359E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2C2EF4-7907-65D7-C437-2E9421719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C9F474-E34F-D989-1892-775151476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31BD18-16F5-06DD-3098-F32D6B00E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646354-2431-7A30-B7C4-F6051777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971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41D63-6FE9-D802-5F9A-BA606DEC9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F280A0-4FA0-4B7E-A047-2592EA41E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53BE2D-D26A-1D3F-D818-4B82AAA33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693230-ABDE-F49C-F0B2-AC1F9C3BE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810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28B7A3-BD52-539D-8D98-DEE0D3123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6CFBF7-B987-E13A-9BF7-C82211987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FC6AE-94F0-FAAE-1269-31D520E5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247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7399C-33E2-85D7-572E-1EF503E66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49328-1BC7-629C-8802-4687626F8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D3D344-4C80-027F-95AB-A7B2D1580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D961E-70CF-42DF-87E0-768E39643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AB9250-E6EE-CCDD-20DC-D006CBFB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95E659-1973-1808-A714-077D709C2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14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4C8A5-5D7E-BF60-2237-9C54F04B9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C514A6-E8AB-21D3-976B-CC4FC6E1BC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70DED-614F-87D8-AE50-14EE254588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154E9-DDBF-4956-7D67-239EBC1E4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E00C34-3313-2EBC-274E-01B80759C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981608-E1EA-00B8-C680-E7E8FDFF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476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E8E91-0588-297A-2F72-D2E517E31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1275AA-E70C-EB7C-87DB-F9F795370C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8A1900-935A-D8C6-6E8F-0936CABC4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B911E-0CC9-4398-0150-C86710D83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35DCD-6671-71AA-C05E-C542660B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92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A20451-BB30-2B5D-EB4B-D726DE8934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D3E75-9FC6-7723-0BCA-1B4D417308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18B011-99B9-8B6B-AAF7-5B1E2A083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F7A67-18A6-8874-6076-667BCC6ED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F53F6-5247-7D16-5B9E-BF2F97762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155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0B04ED-9F9E-B983-A441-B07AB1EA5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93722-8EE6-7DDA-04DE-E87A702397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E63DF-8103-F629-2E68-D1F6D3B7D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5B1240-90E1-424D-AEC5-482B87557318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052C3-BF86-D210-D910-AB36A3A6E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36282-A655-6EBA-7410-753C762DE0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1E2AA-CF5C-4B96-AB6B-606D3C64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3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jpe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C7686D06-ED98-DE0C-73D9-679DEDF32F55}"/>
              </a:ext>
            </a:extLst>
          </p:cNvPr>
          <p:cNvSpPr txBox="1"/>
          <p:nvPr/>
        </p:nvSpPr>
        <p:spPr>
          <a:xfrm rot="19600543">
            <a:off x="3018110" y="3550106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Analog Input</a:t>
            </a:r>
          </a:p>
        </p:txBody>
      </p:sp>
      <p:pic>
        <p:nvPicPr>
          <p:cNvPr id="1026" name="Picture 2" descr="WATER FLOW SWITCH">
            <a:extLst>
              <a:ext uri="{FF2B5EF4-FFF2-40B4-BE49-F238E27FC236}">
                <a16:creationId xmlns:a16="http://schemas.microsoft.com/office/drawing/2014/main" id="{1D9C1011-9189-E212-A9A8-0C6AD68D56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911" b="97765" l="10000" r="90000">
                        <a14:foregroundMark x1="31667" y1="10615" x2="75833" y2="8939"/>
                        <a14:foregroundMark x1="45000" y1="8939" x2="46667" y2="3911"/>
                        <a14:foregroundMark x1="36667" y1="41341" x2="38333" y2="54749"/>
                        <a14:foregroundMark x1="40000" y1="87151" x2="50000" y2="85475"/>
                        <a14:foregroundMark x1="43333" y1="88827" x2="49167" y2="88827"/>
                        <a14:foregroundMark x1="46667" y1="91061" x2="50000" y2="97765"/>
                        <a14:foregroundMark x1="36667" y1="55866" x2="37500" y2="67598"/>
                        <a14:foregroundMark x1="40000" y1="65363" x2="38333" y2="71508"/>
                        <a14:foregroundMark x1="37500" y1="65363" x2="38333" y2="72067"/>
                        <a14:foregroundMark x1="48333" y1="63128" x2="50000" y2="58101"/>
                        <a14:foregroundMark x1="50833" y1="55866" x2="50833" y2="67039"/>
                        <a14:foregroundMark x1="35000" y1="48045" x2="29167" y2="4301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316" y="968328"/>
            <a:ext cx="894588" cy="1334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8566C9-2111-E652-5A28-FBA3AB7C0687}"/>
              </a:ext>
            </a:extLst>
          </p:cNvPr>
          <p:cNvSpPr txBox="1"/>
          <p:nvPr/>
        </p:nvSpPr>
        <p:spPr>
          <a:xfrm>
            <a:off x="761133" y="2358551"/>
            <a:ext cx="29087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Flow Switch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91A3CB-59B6-E467-3A64-FB11C09195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377" t="19703" r="17423" b="33866"/>
          <a:stretch>
            <a:fillRect/>
          </a:stretch>
        </p:blipFill>
        <p:spPr>
          <a:xfrm>
            <a:off x="4251786" y="2302755"/>
            <a:ext cx="2313432" cy="164745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DB32B1-D2DB-E7FA-417F-8F7220BB0258}"/>
              </a:ext>
            </a:extLst>
          </p:cNvPr>
          <p:cNvSpPr txBox="1"/>
          <p:nvPr/>
        </p:nvSpPr>
        <p:spPr>
          <a:xfrm>
            <a:off x="4575647" y="3861323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MCU ESP8266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67BD-07B0-E69F-939E-9C4BF3A703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3" t="5999" r="2650" b="19601"/>
          <a:stretch>
            <a:fillRect/>
          </a:stretch>
        </p:blipFill>
        <p:spPr bwMode="auto">
          <a:xfrm>
            <a:off x="1083081" y="3820466"/>
            <a:ext cx="2586816" cy="1647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4FC1FC-036F-2E3F-E372-9AE321139E3B}"/>
              </a:ext>
            </a:extLst>
          </p:cNvPr>
          <p:cNvSpPr txBox="1"/>
          <p:nvPr/>
        </p:nvSpPr>
        <p:spPr>
          <a:xfrm>
            <a:off x="761133" y="5613660"/>
            <a:ext cx="29087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 Meter Module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 descr="Blynk logo 1200h1200 300x300 1 2026ac1d09">
            <a:extLst>
              <a:ext uri="{FF2B5EF4-FFF2-40B4-BE49-F238E27FC236}">
                <a16:creationId xmlns:a16="http://schemas.microsoft.com/office/drawing/2014/main" id="{05155770-09F1-2890-9E53-B057AAD78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5209" y="2442257"/>
            <a:ext cx="1261872" cy="126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 boy is holding a phone, a call or a message in his hands. Vector flat illustration.">
            <a:extLst>
              <a:ext uri="{FF2B5EF4-FFF2-40B4-BE49-F238E27FC236}">
                <a16:creationId xmlns:a16="http://schemas.microsoft.com/office/drawing/2014/main" id="{5439E62C-726F-B0A2-369F-312298464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5679" y="447455"/>
            <a:ext cx="1911096" cy="1911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BBF7936-73B2-3EAE-9A17-9955CCE62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137" y="1106038"/>
            <a:ext cx="649513" cy="649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362FD17D-F192-FD45-885F-53235351BA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47" t="11427" r="15764" b="13066"/>
          <a:stretch>
            <a:fillRect/>
          </a:stretch>
        </p:blipFill>
        <p:spPr bwMode="auto">
          <a:xfrm>
            <a:off x="7185425" y="4323603"/>
            <a:ext cx="1710474" cy="1443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C4DB4702-4530-FDED-6CC8-981498FF19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1412" y="4349605"/>
            <a:ext cx="1443573" cy="1443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5BE33B-3651-3891-6538-730AEC73226D}"/>
              </a:ext>
            </a:extLst>
          </p:cNvPr>
          <p:cNvSpPr txBox="1"/>
          <p:nvPr/>
        </p:nvSpPr>
        <p:spPr>
          <a:xfrm>
            <a:off x="6565218" y="727519"/>
            <a:ext cx="24787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 Bot Notify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9FE8A2-537C-524E-5A55-D7D4706FFA4F}"/>
              </a:ext>
            </a:extLst>
          </p:cNvPr>
          <p:cNvSpPr txBox="1"/>
          <p:nvPr/>
        </p:nvSpPr>
        <p:spPr>
          <a:xfrm>
            <a:off x="9595679" y="2396438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C9B4B1-5AF8-8DB4-F377-49BDE5774EEC}"/>
              </a:ext>
            </a:extLst>
          </p:cNvPr>
          <p:cNvSpPr txBox="1"/>
          <p:nvPr/>
        </p:nvSpPr>
        <p:spPr>
          <a:xfrm>
            <a:off x="6828576" y="5690168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Channels Relay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B1D5E0-F10A-157B-3CB0-D4548E8DCBB0}"/>
              </a:ext>
            </a:extLst>
          </p:cNvPr>
          <p:cNvSpPr txBox="1"/>
          <p:nvPr/>
        </p:nvSpPr>
        <p:spPr>
          <a:xfrm>
            <a:off x="9880881" y="5905061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Pump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BF97020-32A7-0A99-C920-6998E9F08DC6}"/>
              </a:ext>
            </a:extLst>
          </p:cNvPr>
          <p:cNvCxnSpPr>
            <a:cxnSpLocks/>
          </p:cNvCxnSpPr>
          <p:nvPr/>
        </p:nvCxnSpPr>
        <p:spPr>
          <a:xfrm>
            <a:off x="2811399" y="1785924"/>
            <a:ext cx="1642301" cy="781859"/>
          </a:xfrm>
          <a:prstGeom prst="straightConnector1">
            <a:avLst/>
          </a:prstGeom>
          <a:ln w="38100">
            <a:headEnd type="none"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601F78A-E3DC-11AF-DB40-D7EB187F17FA}"/>
              </a:ext>
            </a:extLst>
          </p:cNvPr>
          <p:cNvSpPr txBox="1"/>
          <p:nvPr/>
        </p:nvSpPr>
        <p:spPr>
          <a:xfrm rot="1573388">
            <a:off x="2731601" y="1744119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1-bit Digital Input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D2A185-6B2C-4BA6-4C17-001273291F36}"/>
              </a:ext>
            </a:extLst>
          </p:cNvPr>
          <p:cNvCxnSpPr>
            <a:cxnSpLocks/>
          </p:cNvCxnSpPr>
          <p:nvPr/>
        </p:nvCxnSpPr>
        <p:spPr>
          <a:xfrm flipV="1">
            <a:off x="3523676" y="3504640"/>
            <a:ext cx="1230369" cy="819216"/>
          </a:xfrm>
          <a:prstGeom prst="straightConnector1">
            <a:avLst/>
          </a:prstGeom>
          <a:ln w="38100">
            <a:headEnd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EF47556-DF02-3255-2EA5-19CCDAE9C5FE}"/>
              </a:ext>
            </a:extLst>
          </p:cNvPr>
          <p:cNvCxnSpPr>
            <a:cxnSpLocks/>
          </p:cNvCxnSpPr>
          <p:nvPr/>
        </p:nvCxnSpPr>
        <p:spPr>
          <a:xfrm flipV="1">
            <a:off x="6600281" y="3098006"/>
            <a:ext cx="988891" cy="59532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0E0E78-D5A1-FD60-64CF-A6B2EB84184B}"/>
              </a:ext>
            </a:extLst>
          </p:cNvPr>
          <p:cNvCxnSpPr>
            <a:cxnSpLocks/>
          </p:cNvCxnSpPr>
          <p:nvPr/>
        </p:nvCxnSpPr>
        <p:spPr>
          <a:xfrm flipV="1">
            <a:off x="9043118" y="2349017"/>
            <a:ext cx="767632" cy="604799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6B11841-9C66-2409-90AC-36FC53D7E57C}"/>
              </a:ext>
            </a:extLst>
          </p:cNvPr>
          <p:cNvCxnSpPr>
            <a:cxnSpLocks/>
          </p:cNvCxnSpPr>
          <p:nvPr/>
        </p:nvCxnSpPr>
        <p:spPr>
          <a:xfrm flipV="1">
            <a:off x="6096000" y="1535863"/>
            <a:ext cx="1251093" cy="1115318"/>
          </a:xfrm>
          <a:prstGeom prst="straightConnector1">
            <a:avLst/>
          </a:prstGeom>
          <a:ln w="38100">
            <a:solidFill>
              <a:srgbClr val="FF0000"/>
            </a:solidFill>
            <a:headEnd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CA642F2-E46B-54C3-2B7E-CEE89690E5E1}"/>
              </a:ext>
            </a:extLst>
          </p:cNvPr>
          <p:cNvCxnSpPr>
            <a:cxnSpLocks/>
          </p:cNvCxnSpPr>
          <p:nvPr/>
        </p:nvCxnSpPr>
        <p:spPr>
          <a:xfrm>
            <a:off x="8316145" y="1510514"/>
            <a:ext cx="1494605" cy="402882"/>
          </a:xfrm>
          <a:prstGeom prst="straightConnector1">
            <a:avLst/>
          </a:prstGeom>
          <a:ln w="38100">
            <a:solidFill>
              <a:srgbClr val="FF0000"/>
            </a:solidFill>
            <a:headEnd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3686382-A3DD-A87D-127E-7CFF724EBE72}"/>
              </a:ext>
            </a:extLst>
          </p:cNvPr>
          <p:cNvCxnSpPr>
            <a:cxnSpLocks/>
          </p:cNvCxnSpPr>
          <p:nvPr/>
        </p:nvCxnSpPr>
        <p:spPr>
          <a:xfrm>
            <a:off x="6238753" y="3667316"/>
            <a:ext cx="1392377" cy="987623"/>
          </a:xfrm>
          <a:prstGeom prst="straightConnector1">
            <a:avLst/>
          </a:prstGeom>
          <a:ln w="38100">
            <a:solidFill>
              <a:srgbClr val="FF0000"/>
            </a:solidFill>
            <a:headEnd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BC72F0B-AFA0-4C30-C079-3148C7BFA5B9}"/>
              </a:ext>
            </a:extLst>
          </p:cNvPr>
          <p:cNvCxnSpPr>
            <a:cxnSpLocks/>
          </p:cNvCxnSpPr>
          <p:nvPr/>
        </p:nvCxnSpPr>
        <p:spPr>
          <a:xfrm>
            <a:off x="8767833" y="5195187"/>
            <a:ext cx="1318202" cy="42590"/>
          </a:xfrm>
          <a:prstGeom prst="straightConnector1">
            <a:avLst/>
          </a:prstGeom>
          <a:ln w="38100">
            <a:solidFill>
              <a:srgbClr val="FF0000"/>
            </a:solidFill>
            <a:headEnd w="lg" len="lg"/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11D774F-89F8-298F-13AB-A471E613FB50}"/>
              </a:ext>
            </a:extLst>
          </p:cNvPr>
          <p:cNvSpPr txBox="1"/>
          <p:nvPr/>
        </p:nvSpPr>
        <p:spPr>
          <a:xfrm rot="2144634">
            <a:off x="6013791" y="3756919"/>
            <a:ext cx="20246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1-bit Digital Output</a:t>
            </a:r>
          </a:p>
        </p:txBody>
      </p:sp>
    </p:spTree>
    <p:extLst>
      <p:ext uri="{BB962C8B-B14F-4D97-AF65-F5344CB8AC3E}">
        <p14:creationId xmlns:p14="http://schemas.microsoft.com/office/powerpoint/2010/main" val="155942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28</Words>
  <Application>Microsoft Office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Thammanit Nooyimsai</dc:creator>
  <cp:lastModifiedBy>chayut sapphakhao</cp:lastModifiedBy>
  <cp:revision>8</cp:revision>
  <dcterms:created xsi:type="dcterms:W3CDTF">2025-07-24T09:07:13Z</dcterms:created>
  <dcterms:modified xsi:type="dcterms:W3CDTF">2025-11-24T03:54:53Z</dcterms:modified>
</cp:coreProperties>
</file>