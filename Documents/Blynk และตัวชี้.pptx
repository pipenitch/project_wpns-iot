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B0D9E-CE06-60E4-31AC-494FA6B5EF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C9CF56-EF5B-DCA3-CE48-9F0FCD70F3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6453A2-18B6-1573-02F2-D4C19C6CC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9F65A-7AEE-427C-AA28-BD1E9E16A85F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69C812-F441-9BEC-FAA1-7A6215440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232BAB-049D-6CEF-0130-8C0E2AEF5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BB06F0-011D-41DC-B386-F03DBFBA1E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1712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006E23-A9F9-5339-9743-1238BA9CD4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370612-305D-5CD9-36CE-86E435B777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7B5464-A9F2-4C9C-88D1-77B7847DC1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9F65A-7AEE-427C-AA28-BD1E9E16A85F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37C2F2-11A0-C2DB-B484-EC49DF268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FF1B5C-628C-95CE-C20D-3361EE816F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BB06F0-011D-41DC-B386-F03DBFBA1E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7403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AAAD24-A913-2763-BC49-4A60EE95F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7BDA67-6465-D55A-2DC1-9304889A4C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024981-6EB6-17F4-FDFE-3FD027059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9F65A-7AEE-427C-AA28-BD1E9E16A85F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A5E9DC-153D-8B25-14DC-F819ABE69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BD33FA-B762-69AE-6EA2-84CDD8CD0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BB06F0-011D-41DC-B386-F03DBFBA1E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5987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69BF0-6010-6AB9-2060-5FED766BD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019143-0065-98E8-0D8E-BA8F82A2A5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23E3FE-927E-3388-92C5-89579CE549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DE6BA6-5214-3DA3-D3AD-D0EA56A2B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9F65A-7AEE-427C-AA28-BD1E9E16A85F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E4E7AE-AF52-1781-D398-D13CB2EE8F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A59DBF-D272-EDBC-CD87-3713308D04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BB06F0-011D-41DC-B386-F03DBFBA1E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9847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E30AB-9668-6885-A3DE-C2FFC9D2A8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5AA590-60BE-D0EC-22F9-3319E729CC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D6BE1A-6BE3-AD2C-CAC3-C5B4AA424E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5176DBC-0B50-069C-6D9D-17AF73AD3E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654922-3450-B45F-C1B9-CB3BB05375E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18CE91-6CF3-DF5B-1229-F447B768FF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9F65A-7AEE-427C-AA28-BD1E9E16A85F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68888FA-662F-7FDE-2E33-35B1E5EAC0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D5A241A-F29C-FC41-7A5F-61D2529C1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BB06F0-011D-41DC-B386-F03DBFBA1E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32437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F403F-0F95-249C-318C-4DD40B742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246EEDA-ACE0-6EAE-F910-7DAAEFE372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9F65A-7AEE-427C-AA28-BD1E9E16A85F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98E194-7AD5-9C1A-A8B4-C595B72E2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0A0433-E2E7-39E0-43E5-E714CE0B0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BB06F0-011D-41DC-B386-F03DBFBA1E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3013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5245486-AAF6-65E6-8DF9-3B51D3896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9F65A-7AEE-427C-AA28-BD1E9E16A85F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C017D42-C0FF-138B-F9E6-0697D5B3C6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B063D3-0A4E-38EC-F2DE-3751832DC3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BB06F0-011D-41DC-B386-F03DBFBA1E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7920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5A46E-A259-256F-3D4B-4B485629A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8034C8-5A17-DAED-7F5C-D23592B5D0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76951B-0634-731E-6F63-FAF0EB43FF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571144-028A-E47C-A944-7D4DF76CB5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9F65A-7AEE-427C-AA28-BD1E9E16A85F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327E18-2697-8C98-EE72-042DC193F6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B56703-E940-4713-524F-FC34ADE36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BB06F0-011D-41DC-B386-F03DBFBA1E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84185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2235F-5ADF-08C2-4C93-6115380587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F6DCE78-9480-77F3-821A-D8EA9EB8D3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BE7D8D-84FF-8D2B-E362-FC800B18FF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A280C5-48B0-87F5-871F-9AB2749A3C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9F65A-7AEE-427C-AA28-BD1E9E16A85F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E71E8E-40BF-D38D-6FE7-902BCE8F7A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BF80FD-C7FD-4948-78CB-959D366D2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BB06F0-011D-41DC-B386-F03DBFBA1E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1321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C30E7-5613-5E14-2E25-B8022F3FBD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611481-F318-B56E-CBE7-1CB90111B7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9F9B82-02A8-E4E3-AB8C-D07262B1C9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9F65A-7AEE-427C-AA28-BD1E9E16A85F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182939-672B-2D3E-EA46-F9CFC5780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8BE69F-B0A5-CBF5-EB11-3017C889D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BB06F0-011D-41DC-B386-F03DBFBA1E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44205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AAC32F4-0A2D-752E-4529-54014EE251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492CE7-0D1C-C0A2-F944-D13F9F37FA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7ED0D4-F194-4AB1-7B78-18DD40AB92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9F65A-7AEE-427C-AA28-BD1E9E16A85F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F4F4A5-D32B-6264-8EFE-4EE89724AD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BF4C3C-6A41-3B8F-0048-4345609EE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BB06F0-011D-41DC-B386-F03DBFBA1E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0821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97B82AF-1F3E-CC57-B01A-508A1226C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523A44-A208-A8FB-EA33-ACFA84A0A3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05C412-30C6-DA9E-658A-182584A598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69F65A-7AEE-427C-AA28-BD1E9E16A85F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AB339E-9576-F86D-F52F-8DF3B29DA8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D468EF-FB38-C972-7E77-C934CC5C15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BB06F0-011D-41DC-B386-F03DBFBA1E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7677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creenshot of a device&#10;&#10;AI-generated content may be incorrect.">
            <a:extLst>
              <a:ext uri="{FF2B5EF4-FFF2-40B4-BE49-F238E27FC236}">
                <a16:creationId xmlns:a16="http://schemas.microsoft.com/office/drawing/2014/main" id="{0CD18F29-F95A-94E7-E06B-C369DD142A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  <a14:imgEffect>
                      <a14:brightnessContrast bright="2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2379" y="0"/>
            <a:ext cx="3547241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F994824-9BEA-8E52-CD14-40AFE4663C35}"/>
              </a:ext>
            </a:extLst>
          </p:cNvPr>
          <p:cNvSpPr txBox="1"/>
          <p:nvPr/>
        </p:nvSpPr>
        <p:spPr>
          <a:xfrm>
            <a:off x="3459048" y="1316620"/>
            <a:ext cx="8652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FE31E0B-E9D9-D250-3B0A-BD139202ABC0}"/>
              </a:ext>
            </a:extLst>
          </p:cNvPr>
          <p:cNvCxnSpPr>
            <a:cxnSpLocks/>
          </p:cNvCxnSpPr>
          <p:nvPr/>
        </p:nvCxnSpPr>
        <p:spPr>
          <a:xfrm flipH="1">
            <a:off x="4041058" y="1563329"/>
            <a:ext cx="87507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5CC97B5-F9BD-39FB-3335-5B1A8843C975}"/>
              </a:ext>
            </a:extLst>
          </p:cNvPr>
          <p:cNvSpPr txBox="1"/>
          <p:nvPr/>
        </p:nvSpPr>
        <p:spPr>
          <a:xfrm>
            <a:off x="3459048" y="1955717"/>
            <a:ext cx="8652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CF5B2CD-3615-6C9B-06EF-C323A812F50D}"/>
              </a:ext>
            </a:extLst>
          </p:cNvPr>
          <p:cNvCxnSpPr>
            <a:cxnSpLocks/>
          </p:cNvCxnSpPr>
          <p:nvPr/>
        </p:nvCxnSpPr>
        <p:spPr>
          <a:xfrm flipH="1">
            <a:off x="4041058" y="2202426"/>
            <a:ext cx="87507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07F9832-4CB8-FB80-9C2E-20E1F8BBC838}"/>
              </a:ext>
            </a:extLst>
          </p:cNvPr>
          <p:cNvSpPr txBox="1"/>
          <p:nvPr/>
        </p:nvSpPr>
        <p:spPr>
          <a:xfrm>
            <a:off x="3457140" y="2578283"/>
            <a:ext cx="8652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5440B95-E41F-C5A2-CC69-33F0EA73ACE0}"/>
              </a:ext>
            </a:extLst>
          </p:cNvPr>
          <p:cNvCxnSpPr>
            <a:cxnSpLocks/>
          </p:cNvCxnSpPr>
          <p:nvPr/>
        </p:nvCxnSpPr>
        <p:spPr>
          <a:xfrm flipH="1">
            <a:off x="4039150" y="2824992"/>
            <a:ext cx="87507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F835F4F-397D-11D2-0A95-305D48CDB0E3}"/>
              </a:ext>
            </a:extLst>
          </p:cNvPr>
          <p:cNvSpPr txBox="1"/>
          <p:nvPr/>
        </p:nvSpPr>
        <p:spPr>
          <a:xfrm>
            <a:off x="3457140" y="3217380"/>
            <a:ext cx="8652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11D1771-0250-AF29-6011-40B084E01ACB}"/>
              </a:ext>
            </a:extLst>
          </p:cNvPr>
          <p:cNvCxnSpPr>
            <a:cxnSpLocks/>
          </p:cNvCxnSpPr>
          <p:nvPr/>
        </p:nvCxnSpPr>
        <p:spPr>
          <a:xfrm flipH="1">
            <a:off x="4039150" y="3464089"/>
            <a:ext cx="87507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C7D0568A-2C06-AF6C-9BE9-273EC42B7460}"/>
              </a:ext>
            </a:extLst>
          </p:cNvPr>
          <p:cNvSpPr txBox="1"/>
          <p:nvPr/>
        </p:nvSpPr>
        <p:spPr>
          <a:xfrm>
            <a:off x="3457140" y="3836801"/>
            <a:ext cx="8652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099080C-57F0-5C77-322D-38425252ED82}"/>
              </a:ext>
            </a:extLst>
          </p:cNvPr>
          <p:cNvCxnSpPr>
            <a:cxnSpLocks/>
          </p:cNvCxnSpPr>
          <p:nvPr/>
        </p:nvCxnSpPr>
        <p:spPr>
          <a:xfrm flipH="1">
            <a:off x="4039150" y="4083510"/>
            <a:ext cx="87507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67255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5</Words>
  <Application>Microsoft Office PowerPoint</Application>
  <PresentationFormat>Widescreen</PresentationFormat>
  <Paragraphs>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Times New Roman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chayut sapphakhao</dc:creator>
  <cp:lastModifiedBy>chayut sapphakhao</cp:lastModifiedBy>
  <cp:revision>1</cp:revision>
  <dcterms:created xsi:type="dcterms:W3CDTF">2025-11-23T15:51:20Z</dcterms:created>
  <dcterms:modified xsi:type="dcterms:W3CDTF">2025-11-23T15:54:59Z</dcterms:modified>
</cp:coreProperties>
</file>