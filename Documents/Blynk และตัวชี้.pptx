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0D9E-CE06-60E4-31AC-494FA6B5E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9CF56-EF5B-DCA3-CE48-9F0FCD70F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453A2-18B6-1573-02F2-D4C19C6C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C812-F441-9BEC-FAA1-7A6215440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32BAB-049D-6CEF-0130-8C0E2AEF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171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06E23-A9F9-5339-9743-1238BA9CD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70612-305D-5CD9-36CE-86E435B77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B5464-A9F2-4C9C-88D1-77B7847D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C2F2-11A0-C2DB-B484-EC49DF26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F1B5C-628C-95CE-C20D-3361EE81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4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AD24-A913-2763-BC49-4A60EE95F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BDA67-6465-D55A-2DC1-9304889A4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24981-6EB6-17F4-FDFE-3FD02705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5E9DC-153D-8B25-14DC-F819ABE6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D33FA-B762-69AE-6EA2-84CDD8CD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98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9BF0-6010-6AB9-2060-5FED766BD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9143-0065-98E8-0D8E-BA8F82A2A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3E3FE-927E-3388-92C5-89579CE54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E6BA6-5214-3DA3-D3AD-D0EA56A2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4E7AE-AF52-1781-D398-D13CB2EE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59DBF-D272-EDBC-CD87-3713308D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84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30AB-9668-6885-A3DE-C2FFC9D2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AA590-60BE-D0EC-22F9-3319E729C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6BE1A-6BE3-AD2C-CAC3-C5B4AA424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76DBC-0B50-069C-6D9D-17AF73AD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54922-3450-B45F-C1B9-CB3BB05375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8CE91-6CF3-DF5B-1229-F447B768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888FA-662F-7FDE-2E33-35B1E5EA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A241A-F29C-FC41-7A5F-61D2529C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4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403F-0F95-249C-318C-4DD40B74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46EEDA-ACE0-6EAE-F910-7DAAEFE3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98E194-7AD5-9C1A-A8B4-C595B72E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A0433-E2E7-39E0-43E5-E714CE0B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0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245486-AAF6-65E6-8DF9-3B51D389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17D42-C0FF-138B-F9E6-0697D5B3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063D3-0A4E-38EC-F2DE-3751832D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92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A46E-A259-256F-3D4B-4B485629A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34C8-5A17-DAED-7F5C-D23592B5D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6951B-0634-731E-6F63-FAF0EB43F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71144-028A-E47C-A944-7D4DF76C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27E18-2697-8C98-EE72-042DC193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56703-E940-4713-524F-FC34ADE3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1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235F-5ADF-08C2-4C93-611538058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DCE78-9480-77F3-821A-D8EA9EB8D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E7D8D-84FF-8D2B-E362-FC800B18F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280C5-48B0-87F5-871F-9AB2749A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71E8E-40BF-D38D-6FE7-902BCE8F7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F80FD-C7FD-4948-78CB-959D366D2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3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30E7-5613-5E14-2E25-B8022F3F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11481-F318-B56E-CBE7-1CB90111B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F9B82-02A8-E4E3-AB8C-D07262B1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82939-672B-2D3E-EA46-F9CFC5780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BE69F-B0A5-CBF5-EB11-3017C889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2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AC32F4-0A2D-752E-4529-54014EE25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92CE7-0D1C-C0A2-F944-D13F9F37F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ED0D4-F194-4AB1-7B78-18DD40AB9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F4A5-D32B-6264-8EFE-4EE89724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F4C3C-6A41-3B8F-0048-4345609E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8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B82AF-1F3E-CC57-B01A-508A1226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23A44-A208-A8FB-EA33-ACFA84A0A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5C412-30C6-DA9E-658A-182584A59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9F65A-7AEE-427C-AA28-BD1E9E16A85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B339E-9576-F86D-F52F-8DF3B29DA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468EF-FB38-C972-7E77-C934CC5C1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BB06F0-011D-41DC-B386-F03DBFBA1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7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device&#10;&#10;AI-generated content may be incorrect.">
            <a:extLst>
              <a:ext uri="{FF2B5EF4-FFF2-40B4-BE49-F238E27FC236}">
                <a16:creationId xmlns:a16="http://schemas.microsoft.com/office/drawing/2014/main" id="{0CD18F29-F95A-94E7-E06B-C369DD142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379" y="0"/>
            <a:ext cx="354724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994824-9BEA-8E52-CD14-40AFE4663C35}"/>
              </a:ext>
            </a:extLst>
          </p:cNvPr>
          <p:cNvSpPr txBox="1"/>
          <p:nvPr/>
        </p:nvSpPr>
        <p:spPr>
          <a:xfrm>
            <a:off x="3459048" y="1316620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E31E0B-E9D9-D250-3B0A-BD139202ABC0}"/>
              </a:ext>
            </a:extLst>
          </p:cNvPr>
          <p:cNvCxnSpPr>
            <a:cxnSpLocks/>
          </p:cNvCxnSpPr>
          <p:nvPr/>
        </p:nvCxnSpPr>
        <p:spPr>
          <a:xfrm flipH="1">
            <a:off x="4041058" y="1563329"/>
            <a:ext cx="875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5CC97B5-F9BD-39FB-3335-5B1A8843C975}"/>
              </a:ext>
            </a:extLst>
          </p:cNvPr>
          <p:cNvSpPr txBox="1"/>
          <p:nvPr/>
        </p:nvSpPr>
        <p:spPr>
          <a:xfrm>
            <a:off x="3459048" y="1955717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5B2CD-3615-6C9B-06EF-C323A812F50D}"/>
              </a:ext>
            </a:extLst>
          </p:cNvPr>
          <p:cNvCxnSpPr>
            <a:cxnSpLocks/>
          </p:cNvCxnSpPr>
          <p:nvPr/>
        </p:nvCxnSpPr>
        <p:spPr>
          <a:xfrm flipH="1">
            <a:off x="4041058" y="2202426"/>
            <a:ext cx="875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07F9832-4CB8-FB80-9C2E-20E1F8BBC838}"/>
              </a:ext>
            </a:extLst>
          </p:cNvPr>
          <p:cNvSpPr txBox="1"/>
          <p:nvPr/>
        </p:nvSpPr>
        <p:spPr>
          <a:xfrm>
            <a:off x="3457140" y="2578283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440B95-E41F-C5A2-CC69-33F0EA73ACE0}"/>
              </a:ext>
            </a:extLst>
          </p:cNvPr>
          <p:cNvCxnSpPr>
            <a:cxnSpLocks/>
          </p:cNvCxnSpPr>
          <p:nvPr/>
        </p:nvCxnSpPr>
        <p:spPr>
          <a:xfrm flipH="1">
            <a:off x="4039150" y="2824992"/>
            <a:ext cx="875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F835F4F-397D-11D2-0A95-305D48CDB0E3}"/>
              </a:ext>
            </a:extLst>
          </p:cNvPr>
          <p:cNvSpPr txBox="1"/>
          <p:nvPr/>
        </p:nvSpPr>
        <p:spPr>
          <a:xfrm>
            <a:off x="3457140" y="3217380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1D1771-0250-AF29-6011-40B084E01ACB}"/>
              </a:ext>
            </a:extLst>
          </p:cNvPr>
          <p:cNvCxnSpPr>
            <a:cxnSpLocks/>
          </p:cNvCxnSpPr>
          <p:nvPr/>
        </p:nvCxnSpPr>
        <p:spPr>
          <a:xfrm flipH="1">
            <a:off x="4039150" y="3464089"/>
            <a:ext cx="875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D0568A-2C06-AF6C-9BE9-273EC42B7460}"/>
              </a:ext>
            </a:extLst>
          </p:cNvPr>
          <p:cNvSpPr txBox="1"/>
          <p:nvPr/>
        </p:nvSpPr>
        <p:spPr>
          <a:xfrm>
            <a:off x="3457140" y="3836801"/>
            <a:ext cx="8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99080C-57F0-5C77-322D-38425252ED82}"/>
              </a:ext>
            </a:extLst>
          </p:cNvPr>
          <p:cNvCxnSpPr>
            <a:cxnSpLocks/>
          </p:cNvCxnSpPr>
          <p:nvPr/>
        </p:nvCxnSpPr>
        <p:spPr>
          <a:xfrm flipH="1">
            <a:off x="4039150" y="4083510"/>
            <a:ext cx="8750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725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chayut sapphakhao</dc:creator>
  <cp:lastModifiedBy>chayut sapphakhao</cp:lastModifiedBy>
  <cp:revision>2</cp:revision>
  <dcterms:created xsi:type="dcterms:W3CDTF">2025-11-23T15:51:20Z</dcterms:created>
  <dcterms:modified xsi:type="dcterms:W3CDTF">2025-11-24T04:01:06Z</dcterms:modified>
</cp:coreProperties>
</file>